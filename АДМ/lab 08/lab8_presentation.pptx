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7777"/>
                </a:solidFill>
              </a:rPr>
              <a:t>РУДН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Администрирование сетевых подсистем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</a:rPr>
              <a:t>Лабораторная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</a:rPr>
              <a:t>работа № 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542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33333"/>
                </a:solidFill>
              </a:rPr>
              <a:t>Настройка SMTP-сервера Postfix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3182112"/>
            <a:ext cx="45720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Студент: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Одеджими Олуваколаде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Группа: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НПИбд-01-23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5993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Год: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7375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РУДН — Москва, Россия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Цель и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Цель работы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Приобретение практических навыков по установке и конфигурированию SMTP-сервера на примере программного обеспечения Postfix.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Задачи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347472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04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3500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Установить Postfix и s-nail на сервере, открыть порт SMTP в межсетевом экране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347472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79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82549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Настроить Postfix через postconf: mydomain, myorigin, inet_protocols, inet_interfaces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255264"/>
            <a:ext cx="347472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55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3009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Проверить отправку почты с сервера и клиента, отладить проблемы доставки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730752"/>
            <a:ext cx="347472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7764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Добавить MX-запись в DNS, настроить mydestination для доставки на доменный адрес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347472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42519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Написать скрипты Vagrant mail.sh для server и client, обновить Vagrantfile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Установка Postfix и s-nail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dnf -y install postfix  |  dnf -y install s-nail  |  firewall-cmd --add-service=smtp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Шаги установки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61872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61872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3350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dnf -y install postfix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15544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Установка агента передачи почты (MTA)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65376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65376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65376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19385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dnf -y install s-nail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21579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Установка консольного почтового клиента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68880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68880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54203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firewall-cmd --add-service=smtp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27614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Разрешить порт 25/tcp в текущем сеансе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72384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72384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72384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14553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--add-service=smtp --permanent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33649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Сохранить правило после перезагрузки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75888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75888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74904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restorecon -vR /etc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396849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Восстановление меток безопасности SELinux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79392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279392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279392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435254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systemctl enable --now postfix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" y="45720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Запуск и добавление в автозапуск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914400"/>
            <a:ext cx="443484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5424" y="969264"/>
            <a:ext cx="4325112" cy="31546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553712" y="4151376"/>
            <a:ext cx="4288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1. Установка пакетов postfix и s-nail на сервере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Настройка Postfix через postconf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postconf -e  |  /etc/postfix/main.cf  |  postfix check  |  systemctl reload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Ключевые параметры Postfix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023360" cy="4937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80160"/>
            <a:ext cx="91440" cy="4937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35024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mydomain = kolade.net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Имя домена почты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883664"/>
            <a:ext cx="4023360" cy="4937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883664"/>
            <a:ext cx="91440" cy="4937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38528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myorigin = $mydomain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57984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Домен-источник отправки писем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4023360" cy="4937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87168"/>
            <a:ext cx="91440" cy="4937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42032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inet_protocols = ipv4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761488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Отключить IPv6, использовать только IPv4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4023360" cy="4937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90672"/>
            <a:ext cx="91440" cy="4937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45536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inet_interfaces = 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64992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Прослушивать все интерфейсы (не только localhost)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94176"/>
            <a:ext cx="4023360" cy="4937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94176"/>
            <a:ext cx="91440" cy="4937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4904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mydestination = ...$mydomain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968496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Добавить домен в список конечных точек доставки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4023360" cy="49377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97680"/>
            <a:ext cx="91440" cy="4937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52544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mynetworks = 127.0.0.0/8, 192.168.0.0/16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Доверенные сети для relay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914400"/>
            <a:ext cx="443484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5424" y="969264"/>
            <a:ext cx="4325112" cy="31546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553712" y="4151376"/>
            <a:ext cx="4288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2. Просмотр и изменение параметров Postfix с помощью postconf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Проверка отправки почты с сервера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echo . | mail -s test1 kolade@server.kolade.net  |  tail -f /var/log/maillog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914400"/>
            <a:ext cx="6949440" cy="395020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2144" y="969264"/>
            <a:ext cx="6839712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4562856"/>
            <a:ext cx="6803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3. Отправка тестового письма с сервера и мониторинг почтового лога /var/log/maillog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0" y="4242816"/>
            <a:ext cx="91440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Статус: delivered  |  Письмо доступно в /var/spool/mail/kolade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Настройка сервера для приёма писем с клиента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inet_interfaces = all  |  mynetworks = 127.0.0.0/8, 192.168.0.0/16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4. Настройка Postfix: inet_interfaces=all, разрешение сети 192.168.0.0/16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5. Отправка тестового письма с клиента, мониторинг лога на сервере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425196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4261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Клиент: dnf install postfix, s-nail; inet_protocols=ipv4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4242816"/>
            <a:ext cx="425196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4261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Письмо с клиента доставлено после расширения настроек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3.4 Добавление MX-записи в DNS для доставки на домен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MX 10 mail.kolade.net.  |  mail A 192.168.1.1  |  PTR mail.kolade.net.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6. Прямая DNS-зона kolade.net с MX-записью и A-записью mail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7. Обратная DNS-зона с PTR-записью mail.kolade.net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4242816"/>
            <a:ext cx="91440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Без MX-записи письмо на kolade@kolade.net остаётся в очереди  |  postqueue -p → статус deferred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3.4 mydestination и разгрузка очереди сообщений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postconf -e mydestination  |  postqueue -f  |  systemctl restart named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Добавление домена в mydestination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023360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" y="133502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'mydestination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$myhostname,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localhost.$mydomain,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localhost, $mydomain'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05456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05456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5786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postfix check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27980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Проверка синтаксиса main.cf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62656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62656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62656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0358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systemctl reload postfix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2552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Применение новых настроек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19856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19856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4930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restorecon -vR /etc /var/named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37124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Восстановление меток SELinux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877056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77056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77056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39502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systemctl restart named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41696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Перезапуск DNS-сервера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334256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334256"/>
            <a:ext cx="438912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334256"/>
            <a:ext cx="4389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4074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postqueue -f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" y="46268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Отправка всех писем из очереди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9326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Команда postqueue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1280160"/>
            <a:ext cx="425196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9744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postqueue -p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9744" y="170078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</a:rPr>
              <a:t>Просмотр очереди — письмо осталось со статусом deferred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2331720"/>
            <a:ext cx="425196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9744" y="2423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postqueue -f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09744" y="275234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</a:rPr>
              <a:t>Немедленная попытка доставки всех писем из очереди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3383280"/>
            <a:ext cx="425196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09744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postsuper -d ALL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809744" y="380390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</a:rPr>
              <a:t>Удалить все письма из очереди (экстренная очистка)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242816"/>
            <a:ext cx="91440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После MX DNS + mydestination + named restart: письма доставлены успешно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3.5 Скрипты Vagrant: mail.sh для server и client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provision/server/mail.sh  |  provision/client/mail.sh  |  Vagrantfile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provision/server/mail.sh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160520" cy="3255264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" y="1353312"/>
            <a:ext cx="3895344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-y install postfix s-nail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firewall-cmd --add-service=smtp --permanent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firewall-cmd --reload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restorecon -vR /etc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enable --now postfix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'mydomain = kolade.net'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'myorigin = $mydomain'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'inet_protocols = ipv4'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'inet_interfaces = all'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'mydestination = $myhostname,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localhost.$mydomain, localhost, $mydomain'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'mynetworks = 127.0.0.0/8, 192.168.0.0/16'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postfix set-permissions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restorecon -vR /etc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 postfix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9326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provision/client/mail.sh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251960" cy="1280160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9744" y="1353312"/>
            <a:ext cx="39867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-y install postfix s-nail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postconf -e 'inet_protocols = ipv4'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enable --now postfix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267004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Vagrantfile (записи provision)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9232"/>
            <a:ext cx="4251960" cy="1517904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3090672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server.vm.provision "server mail",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"shell",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preserve_order: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"provision/server/mail.sh"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client.vm.provision "client mail",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"shell",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"provision/client/mail.sh"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Выводы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8 — Настройка SMTP-сервера Postfix —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4572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9326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Установка Postfix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16352" y="932688"/>
            <a:ext cx="5897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Установлены postfix и s-nail; порт SMTP открыт в firewall; служба в автозапуске.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978408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45336"/>
            <a:ext cx="8595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45336"/>
            <a:ext cx="4572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453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9536" y="160934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Настройка postconf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16352" y="1609344"/>
            <a:ext cx="5897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mydomain=kolade.net, myorigin=$mydomain, inet_protocols=ipv4 — базовая конфигурация.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1655064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21992"/>
            <a:ext cx="8595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21992"/>
            <a:ext cx="4572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2199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Отправка с сервера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16352" y="2286000"/>
            <a:ext cx="5897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Письмо на kolade@server.kolade.net доставлено локально; подтверждено через maillog.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2331720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898648"/>
            <a:ext cx="8595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98648"/>
            <a:ext cx="4572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9864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9536" y="29626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Отправка с клиента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16352" y="2962656"/>
            <a:ext cx="5897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После inet_interfaces=all и mynetworks — письма с клиента успешно достигают сервера.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3008376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575304"/>
            <a:ext cx="8595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575304"/>
            <a:ext cx="4572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753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9536" y="36393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MX DNS + mydestination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16352" y="3639312"/>
            <a:ext cx="5897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MX-запись mail.kolade.net в DNS + $mydomain в mydestination — доставка на домен работает.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3685032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251960"/>
            <a:ext cx="45720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2519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59536" y="431596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</a:rPr>
              <a:t>Скрипты Vagrant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16352" y="4315968"/>
            <a:ext cx="5897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mail.sh для server и client автоматизируют полную установку и настройки Postfix.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0" y="4361688"/>
            <a:ext cx="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2026-03-13T18:15:00Z</dcterms:created>
  <dcterms:modified xsi:type="dcterms:W3CDTF">2026-03-13T18:15:00Z</dcterms:modified>
</cp:coreProperties>
</file>