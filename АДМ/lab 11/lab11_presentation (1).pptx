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77777"/>
                </a:solidFill>
              </a:rPr>
              <a:t>РОССИЙСКИЙ УНИВЕРСИТЕТ ДРУЖБЫ НАРОДОВ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Администрирование сетевых подсистем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Лабораторная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</a:rPr>
              <a:t>работа №11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542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3333"/>
                </a:solidFill>
              </a:rPr>
              <a:t>Настройка SSH-сервера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3182112"/>
            <a:ext cx="4572000" cy="54864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364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Студент: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Одеджими Олуваколаде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712464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Группа: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НПИбд-01-23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5993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Год: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73752"/>
            <a:ext cx="8321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РУДН • Москва, Россия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Цель и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804672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6926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Цель работы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</a:rPr>
              <a:t>Получить навыки настройки SSH-сервера: ограничение доступа, аутентификация по ключу, туннелирование и пересылка X11.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4320" y="186537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Задачи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7627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220370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Запрет root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0370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PermitRootLogin no в sshd_config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146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" y="25420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Ограничение пользователей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54203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AllowUsers vagrant kolade — все прочие отклоняются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52928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52928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4944" y="28803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Порт 2022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8803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Второй порт SSH; настройка SELinux и межсетевого экрана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191256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19125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" y="3218688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Аутентификация по ключу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321868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Ключевая пара ED25519; беспарольный вход через ssh-copy-id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29584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52958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" y="355701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SSH-туннель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557016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ssh -fNL 8080:localhost:80 — перенаправление порта 80 → 8080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867912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86791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" y="389534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Удалённые команды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3895344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Выполнение hostname, ls -Al, mail через SSH с клиента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2062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" y="42336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X11 Forwarding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42336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X11Forwarding yes; тест с Firefox (ограничение headless-VM)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544568"/>
            <a:ext cx="310896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544568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" y="45720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Скрипт Vagrant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86000" y="45720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provision/server/ssh.sh — автоматизация всех настроек SSH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Запрет root-доступа по SSH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PermitRootLogin no в /etc/ssh/sshd_config  ·  systemctl restart sshd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 — journalctl -x -f: мониторинг событий sshd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 — sshd_config: PermitRootLogin no установлен (строка 40)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После перезапуска sshd root-доступ по SSH полностью заблокирован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3.1 Проверка запрета root: события systemd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journalctl — события перезапуска sshd и отклонение root-попыток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3 — journalctl: события после перезапуска sshd с PermitRootLogin no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4 — системные события, подтверждающие применение конфигурации sshd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PermitRootLogin no немедленно блокирует атаки перебора пароля на root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Ограничение пользователей SSH: AllowUsers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AllowUsers vagrant kolade  ·  все прочие учётные записи отклоняются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5 — root отклонён; kolade вошёл успешно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6 — итоговый sshd_config: AllowUsers vagrant kolade + PermitRootLogin no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Директива AllowUsers ограничивает SSH только указанными пользователями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3.2 Тестирование AllowUsers по шагам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vagrant only → kolade запрещён → оба добавлены → kolade разрешён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7 — sshd_config: AllowUsers vagrant (строка 40)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8 — проверка ограничений: root отклонён, kolade сброс подключения, затем успех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AllowUsers проверяется пошагово: только после добавления kolade подключение проходит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Настройка дополнительного порта SSH 2022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sshd_config: Port 22 + Port 2022  ·  Ошибка SELinux при первой попытке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9 — sshd_config: Port 22 (строка 21) и Port 2022 (строка 22)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10 — systemctl status sshd: «Bind to port 2022 failed» — SELinux блокирует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SELinux запрещает нестандартные порты SSH — требуется метка ssh_port_t через semanage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3.3 Исправление SELinux и межсетевого экрана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semanage port -a -t ssh_port_t -p tcp 2022  ·  firewall-cmd --add-port=2022/tcp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11 — semanage, firewall-cmd; sshd теперь слушает 0.0.0.0:22 и 0.0.0.0:2022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12 — успешные подключения через порт 22 и порт 2022 (ssh -p2022)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425196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4261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semanage port -a -t ssh_port_t -p tcp 2022 → SELinux разрешён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4242816"/>
            <a:ext cx="425196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426110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firewall-cmd --add-port=2022/tcp --permanent → порт открыт в firewalld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3.4 Аутентификация по ключу SSH (ED25519)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PubkeyAuthentication yes  ·  ssh-keygen  ·  ssh-copy-id  ·  беспарольный вход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13 — sshd_config: PubkeyAuthentication yes (строка 47)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14 — ssh-keygen (ED25519) + ssh-copy-id на сервер; беспарольный вход подтверждён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ED25519 — современный алгоритм ключевой пары; ssh-copy-id копирует публичный ключ в authorized_keys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3.5 SSH-туннель: перенаправление порта 8080 → 80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ssh -fNL 8080:localhost:80 kolade@server.kolade.net  ·  браузер подтверждает туннель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15 — создание туннеля; lsof подтверждает TCP localhost:8080 (LISTEN)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16 — браузер на localhost:8080 отображает приветственную страницу сервера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Флаг -fNL: f=фон, N=без команды, L=локальное перенаправление  ·  туннель проверен в браузере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3.6 Выполнение команд удалённо через SSH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ssh hostname  ·  ssh ls -Al  ·  ssh MAIL=~/Maildir/ mail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17 — hostname возвращает «server.kolade.net»; ls -Al показывает домашний каталог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18 — просмотр почтового ящика на сервере через SSH: 8 писем в ~/Maildir/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Команды передаются как аргументы ssh; вывод возвращается на терминал клиента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3.7 X11 Forwarding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X11Forwarding yes  ·  ssh -YC  ·  ограничение headless-VM (нет DISPLAY)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19 — sshd_config: X11Forwarding yes (строка 49) рядом с PubkeyAuthentication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969264"/>
            <a:ext cx="4142232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3659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20 — ssh -YC firefox: «No DISPLAY variable» — клиент VM без X-сервера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28600" y="4242816"/>
            <a:ext cx="8686800" cy="329184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X11Forwarding настроен корректно; ошибка ожидаема — Vagrant VM работает без графики (headless)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3.8 Скрипт Vagrant: provision/server/ssh.sh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12 строк: копирование конфигов · firewall-cmd · semanage · restart sshd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538728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3464" y="969264"/>
            <a:ext cx="4142232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" y="4151376"/>
            <a:ext cx="4105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77777"/>
                </a:solidFill>
              </a:rPr>
              <a:t>Рис. 21 — ssh.sh в Notepad++: copy config, firewall-cmd, semanage port, systemctl restart sshd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663440" y="932688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77777"/>
                </a:solidFill>
              </a:rPr>
              <a:t>Содержимое ssh.sh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261872"/>
            <a:ext cx="4251960" cy="3255264"/>
          </a:xfrm>
          <a:prstGeom prst="rect">
            <a:avLst/>
          </a:prstGeom>
          <a:solidFill>
            <a:srgbClr val="F0F0F0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09744" y="1353312"/>
            <a:ext cx="3986784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/vagrant/provision/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server/ssh/etc/* /etc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restorecon -vR /etc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firewall-cmd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--add-port=2022/tcp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firewall-cmd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--add-port=2022/tcp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--permanent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semanage port -a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 ssh_port_t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tcp 2022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restart sshd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Выводы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4864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Лаб. работа №11 • Настройка SSH-сервера • РУДН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503920" y="486460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68680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68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914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Запрет root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99232" y="91440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PermitRootLogin no немедленно блокирует атаки перебора пароля на root.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941832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03604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403604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036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14493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AllowUsers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99232" y="144932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Только vagrant и kolade могут подключаться; все остальные, включая root, отклоняются.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0" y="1476756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938528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1938528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" y="19842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Порт 2022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99232" y="1984248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Требуется метка SELinux (semanage) и правило межсетевого экрана; sshd слушает оба порта.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926080" y="2011680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473452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473452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4734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" y="25191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Аутентификация по ключу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99232" y="2519172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Ключевая пара ED25519 создана; беспарольный вход через ssh-copy-id подтверждён.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2546604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008376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008376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9536" y="30540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SSH-туннель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99232" y="3054096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ssh -fNL 8080:localhost:80 работает корректно; проверен в браузере.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0" y="3081528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543300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543300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543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9536" y="358902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Удалённые команды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99232" y="358902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hostname, ls -Al, mail выполнены удалённо; вывод вернулся на клиент.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926080" y="3616452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078224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74320" y="4078224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9536" y="41239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X11 Forwarding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999232" y="4123944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Конфигурация применена; ошибка ожидаема — headless-VM не имеет DISPLAY.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926080" y="4151376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613148"/>
            <a:ext cx="8595360" cy="457200"/>
          </a:xfrm>
          <a:prstGeom prst="rect">
            <a:avLst/>
          </a:prstGeom>
          <a:solidFill>
            <a:srgbClr val="F9F9F9"/>
          </a:solidFill>
          <a:ln w="9525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74320" y="4613148"/>
            <a:ext cx="4572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6131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9536" y="46588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Скрипт Vagrant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999232" y="4658868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ssh.sh автоматизирует полное усиление защиты SSH при развёртывании сервера.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926080" y="4686300"/>
            <a:ext cx="0" cy="310896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2026-03-13T18:30:05Z</dcterms:created>
  <dcterms:modified xsi:type="dcterms:W3CDTF">2026-03-13T18:30:05Z</dcterms:modified>
</cp:coreProperties>
</file>