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8887968" cy="5486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77777"/>
                </a:solidFill>
              </a:rPr>
              <a:t>РОССИЙСКИЙ УНИВЕРСИТЕТ ДРУЖБЫ НАРОДОВ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Администрирование сетевых подсистем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321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</a:rPr>
              <a:t>Лабораторная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</a:rPr>
              <a:t>работа №15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2542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333333"/>
                </a:solidFill>
              </a:rPr>
              <a:t>Сетевой сервер журналирования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11480" y="3182112"/>
            <a:ext cx="4572000" cy="5486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36499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</a:rPr>
              <a:t>Студент: 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Одеджими Олуваколаде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71246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</a:rPr>
              <a:t>Группа: 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НПИбд-01-23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4059936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</a:rPr>
              <a:t>Год: 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2026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873752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РУДН • Москва, Россия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Цель и задание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№15 • Сетевой сервер журналирования rsyslog • РУДН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8595360" cy="914400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97840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</a:rPr>
              <a:t>Цель работы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16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</a:rPr>
              <a:t>Получить навыки настройки централизованного сетевого журналирования: настроить сервер rsyslog для приёма журналов по TCP и клиент для их пересылки.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74320" y="197510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</a:rPr>
              <a:t>Задачи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329184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286000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" y="23317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Настройка сервера журналов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78608" y="2331720"/>
            <a:ext cx="6217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netlog-server.conf: $ModLoad imtcp + $InputTCPServerRun 514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798064"/>
            <a:ext cx="329184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798064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" y="284378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Настройка клиента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578608" y="2843784"/>
            <a:ext cx="6217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netlog-client.conf: *.* @@server.kolade.net:514 (пересылка по TCP)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310128"/>
            <a:ext cx="329184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310128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" y="335584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Просмотр журналов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578608" y="3355848"/>
            <a:ext cx="6217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tail -f /var/log/messages — проверить записи от server и client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" y="3822192"/>
            <a:ext cx="329184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822192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" y="386791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Дополнительные инструменты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578608" y="3867912"/>
            <a:ext cx="6217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gnome-system-monitor; попытка установки lnav (недоступен в AlmaLinux 10)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74320" y="4334256"/>
            <a:ext cx="329184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334256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3232" y="437997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Скрипты Vagrant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578608" y="4379976"/>
            <a:ext cx="6217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provision/server/netlog.sh + provision/client/netlog.sh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3.1 Настройка сервера rsyslog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netlog-server.conf  ·  $ModLoad imtcp  ·  $InputTCPServerRun 514  ·  firewall-cmd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№15 • Сетевой сервер журналирования rsyslog •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3464" y="969264"/>
            <a:ext cx="4142232" cy="3154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175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1 — netlog-server.conf: $ModLoad imtcp + $InputTCPServerRun 514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663440" y="932688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</a:rPr>
              <a:t>Конфигурация сервера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261872"/>
            <a:ext cx="4251960" cy="1554480"/>
          </a:xfrm>
          <a:prstGeom prst="rect">
            <a:avLst/>
          </a:prstGeom>
          <a:solidFill>
            <a:srgbClr val="F0F0F0"/>
          </a:solidFill>
          <a:ln w="9525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09744" y="1353312"/>
            <a:ext cx="39867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/etc/rsyslog.d/netlog-server.conf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$ModLoad imtcp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Загружает модуль TCP-ввода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$InputTCPServerRun 514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Слушает порт 514 (TCP)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663440" y="2926080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</a:rPr>
              <a:t>Настройка межсетевого экрана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3255264"/>
            <a:ext cx="4251960" cy="530352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3255264"/>
            <a:ext cx="420624" cy="5303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63440" y="3255264"/>
            <a:ext cx="4206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193792" y="3319272"/>
            <a:ext cx="3630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firewall-cmd --add-port=514/tcp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193792" y="3538728"/>
            <a:ext cx="3630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Открыть порт 514/tcp в текущем сеансе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63440" y="3785616"/>
            <a:ext cx="4251960" cy="530352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63440" y="3785616"/>
            <a:ext cx="420624" cy="5303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63440" y="3785616"/>
            <a:ext cx="4206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193792" y="3849624"/>
            <a:ext cx="3630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--add-port=514/tcp --permanent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193792" y="4069080"/>
            <a:ext cx="3630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Сохранить правило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663440" y="4315968"/>
            <a:ext cx="4251960" cy="530352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663440" y="4315968"/>
            <a:ext cx="420624" cy="5303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63440" y="4315968"/>
            <a:ext cx="4206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193792" y="4379976"/>
            <a:ext cx="3630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systemctl restart rsyslog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193792" y="4599432"/>
            <a:ext cx="3630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Применить конфигурацию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3.1 Проверка: rsyslogd слушает TCP 514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lsof | grep TCP  ·  firewall-cmd успешно выполнен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№15 • Сетевой сервер журналирования rsyslog •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97280" y="914400"/>
            <a:ext cx="6949440" cy="395020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52144" y="969264"/>
            <a:ext cx="6839712" cy="35661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70432" y="4562856"/>
            <a:ext cx="6803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2 — lsof | grep TCP: rsyslogd слушает порт 514; firewall-cmd вернул success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28600" y="4242816"/>
            <a:ext cx="8686800" cy="32918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" y="42611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lsof -i :514 | grep LISTEN подтверждает: rsyslogd принимает входящие TCP-соединения на порту 514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3.2 Настройка клиента rsyslog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netlog-client.conf  ·  *.* @@server.kolade.net:514  ·  TCP пересылка всех сообщений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№15 • Сетевой сервер журналирования rsyslog •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3464" y="969264"/>
            <a:ext cx="4142232" cy="3154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175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3 — netlog-client.conf: *.* @@server.kolade.net:514 (директива TCP-пересылки)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663440" y="932688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</a:rPr>
              <a:t>Конфигурация клиента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261872"/>
            <a:ext cx="4251960" cy="1554480"/>
          </a:xfrm>
          <a:prstGeom prst="rect">
            <a:avLst/>
          </a:prstGeom>
          <a:solidFill>
            <a:srgbClr val="F0F0F0"/>
          </a:solidFill>
          <a:ln w="9525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09744" y="1353312"/>
            <a:ext cx="39867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/etc/rsyslog.d/netlog-client.conf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*.* @@server.kolade.net:514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@@ = TCP (надёжная доставка)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  = UDP (без подтверждения)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663440" y="2926080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</a:rPr>
              <a:t>Значение *.* (фильтр rsyslog)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3255264"/>
            <a:ext cx="4251960" cy="694944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3255264"/>
            <a:ext cx="420624" cy="6949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63440" y="3255264"/>
            <a:ext cx="4206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*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193792" y="3346704"/>
            <a:ext cx="36027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Все facility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193792" y="3602736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7777"/>
                </a:solidFill>
              </a:rPr>
              <a:t>kernel, mail, auth, daemon, cron и т.д.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663440" y="4059936"/>
            <a:ext cx="4251960" cy="694944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63440" y="4059936"/>
            <a:ext cx="420624" cy="6949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63440" y="4059936"/>
            <a:ext cx="4206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*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193792" y="4151376"/>
            <a:ext cx="36027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Все severity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193792" y="4407408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7777"/>
                </a:solidFill>
              </a:rPr>
              <a:t>emerg, alert, crit, err, warning, notice, info, debug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3.3 Просмотр централизованных журналов на сервере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/var/log/messages содержит записи и от server.kolade.net, и от client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№15 • Сетевой сервер журналирования rsyslog •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3464" y="969264"/>
            <a:ext cx="4142232" cy="3154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175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4 — /var/log/messages: записи от server И от client отображаются вместе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969264"/>
            <a:ext cx="4142232" cy="31546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659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5 — gnome-system-monitor: графический просмотр процессов и ресурсов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28600" y="4242816"/>
            <a:ext cx="8686800" cy="32918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" y="42611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tail -f /var/log/messages в реальном времени — централизованное журналирование подтверждено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3.3–3.4 Попытка lnav и скрипты Vagrant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lnav недоступен в AlmaLinux 10  ·  netlog.sh для server и client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№15 • Сетевой сервер журналирования rsyslog •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3464" y="969264"/>
            <a:ext cx="4142232" cy="3154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175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6 — dnf install lnav: «Unable to find a match» на AlmaLinux 10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969264"/>
            <a:ext cx="4142232" cy="31546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659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7 — provision/server/netlog.sh + provision/client/netlog.sh в Notepad++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28600" y="4242816"/>
            <a:ext cx="8686800" cy="32918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" y="42611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lnav отсутствует в репозиториях AlmaLinux 10  ·  используются tail -f и gnome-system-monitor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Выводы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№15 • Сетевой сервер журналирования rsyslog • РУДН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694944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457200" cy="6949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457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9536" y="96012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Сервер журналов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9536" y="1234440"/>
            <a:ext cx="7882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netlog-server.conf с $ModLoad imtcp + $InputTCPServerRun 514. Межсетевой экран открыт для TCP 514.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59536" y="1197864"/>
            <a:ext cx="78821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691640"/>
            <a:ext cx="8595360" cy="694944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691640"/>
            <a:ext cx="457200" cy="6949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691640"/>
            <a:ext cx="457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9536" y="178308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Клиент журналов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9536" y="2057400"/>
            <a:ext cx="7882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netlog-client.conf с *.* @@server.kolade.net:514. Все сообщения пересылаются по TCP.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59536" y="2020824"/>
            <a:ext cx="78821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514600"/>
            <a:ext cx="8595360" cy="694944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514600"/>
            <a:ext cx="457200" cy="6949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514600"/>
            <a:ext cx="457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9536" y="260604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Проверка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9536" y="2880360"/>
            <a:ext cx="7882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/var/log/messages на сервере отображает записи от server и client — централизованное журналирование работает.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59536" y="2843784"/>
            <a:ext cx="78821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337560"/>
            <a:ext cx="8595360" cy="694944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337560"/>
            <a:ext cx="457200" cy="6949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337560"/>
            <a:ext cx="457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9536" y="342900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Инструменты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9536" y="3703320"/>
            <a:ext cx="7882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Использованы tail -f и gnome-system-monitor. lnav недоступен в репозиториях AlmaLinux 10.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59536" y="3666744"/>
            <a:ext cx="78821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4160520"/>
            <a:ext cx="8595360" cy="694944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4160520"/>
            <a:ext cx="457200" cy="6949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160520"/>
            <a:ext cx="457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9536" y="425196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Скрипты Vagrant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59536" y="4526280"/>
            <a:ext cx="7882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server/netlog.sh: копировать конфиг + firewall + restart. client/netlog.sh: копировать конфиг + restart.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59536" y="4489704"/>
            <a:ext cx="78821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2026-03-13T18:32:15Z</dcterms:created>
  <dcterms:modified xsi:type="dcterms:W3CDTF">2026-03-13T18:32:15Z</dcterms:modified>
</cp:coreProperties>
</file>