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 сетевых подсистем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№14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файловых служб Samba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Одеджими Олуваколаде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310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 НПИ БД 01-23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703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университет дружбы народов, Москва, Россия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0416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марта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Приобретение практических навыков по настройке доступа групп пользователей к общим ресурсам по протоколу SMB с использованием пакета Samba в операционной системе AlmaLinux.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2651760" cy="24688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03120"/>
            <a:ext cx="2651760" cy="3200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Настроить Samba-сервер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Установить пакеты, создать разделяемый ресурс, настроить smb.conf, SELinux и firewalld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2103120"/>
            <a:ext cx="2651760" cy="24688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2103120"/>
            <a:ext cx="2651760" cy="3200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клиента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29260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Установить samba-client и cifs-utils, смонтировать ресурс через CIFS, настроить автомонтирование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2103120"/>
            <a:ext cx="2651760" cy="24688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2103120"/>
            <a:ext cx="2651760" cy="3200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Автоматизировать Vagrant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29260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скрипты smb.sh для сервера и клиента, обновить Vagrantfile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 настройка сервера Samba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пакетов и группы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5087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84048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-y install samba samba-client cifs-utils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groupadd -g 1010 sambagroup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usermod -aG sambagroup 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/srv/sambashare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chgrp sambagroup /srv/sambashare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g=rwx /srv/sambashare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/etc/samba/smb.conf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4114800" cy="160020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55848"/>
            <a:ext cx="384048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[global]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workgroup = KOLADE-NET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[sambashare]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comment = My Samba 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 = /srv/sambashare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list = @sambagroup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и межсетевой экран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14800" cy="182880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89888"/>
            <a:ext cx="384048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semanage fcontext -a -t samba_share_t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"/srv/sambashare(/.*)?"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setsebool samba_export_all_rw 1 -P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restorecon -vR /srv/sambashare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--add-service=samba --permanent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--reload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enable smb &amp;&amp; systemctl start smb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через smbclient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611880"/>
            <a:ext cx="4114800" cy="123444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721608"/>
            <a:ext cx="384048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smbclient -L //server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Anonymous login successful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Sharename     Comment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sambashare    My Samba 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IPC$          IPC Service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SELinux, права доступа и проверка подключения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SELinux до и после настройки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13258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813816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 настройки: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unconfined_u:object_r:var_t:s0  sambashare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После semanage fcontext + restorecon: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unconfined_u:object_r:samba_share_t:s0  sambashare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под пользователем kolade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18688"/>
            <a:ext cx="813816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Добавление пользователя в базу Samba: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smbpasswd -L -a kolade         # задаём SMB-пароль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Подключение с клиента под kolade: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smbclient -L //server -U 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sambashare  Disk  My Samba 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kolade      Disk  Home Directories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Монтирование Samba (CIFS) на клиенте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клиента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60020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84048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-y install samba-client cifs-utils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groupadd -g 1010 sambagroup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usermod -aG sambagroup 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--add-service=samba-client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--add-service=samba-client --permanent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--reload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Монтирование общего ресурса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4114800" cy="15544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47288"/>
            <a:ext cx="384048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/mnt/samba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-o username=kolade,rw,\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uid=kolade,gid=sambagroup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//server/sambashare /mnt/samba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Проверка: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| grep mnt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//server/sambashare on /mnt/samba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cifs (rw,uid=1001,gid=1010)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Автомонтирование через /etc/fstab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14800" cy="233172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89888"/>
            <a:ext cx="3840480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/etc/samba/smbusers (chmod 600):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password=kolade@2026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Запись в /etc/fstab (строка 18):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//server/sambashare /mnt/samba cifs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user,rw,uid=kolade,gid=sambagroup,\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credentials=/etc/samba/smbusers,\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_netdev 0 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mount -a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4114800"/>
            <a:ext cx="4114800" cy="795528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4224528"/>
            <a:ext cx="38404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Ресурс смонтирован автоматически: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//server/sambashare on /mnt/samba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cifs (rw, cache=strict,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uid=1001, gid=1010, _netdev)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общим ресурсом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файлов и проверка доступа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сервере (от пользователя kolade):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14800" cy="141732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01368"/>
            <a:ext cx="384048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/srv/sambashare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kolade@server.txt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-rw-r--r--. kolade sambagroup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kolade@server.txt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клиенте (от пользователя kolade):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114800" cy="17830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801368"/>
            <a:ext cx="384048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/mnt/samba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kolade@client.txt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-rwxr-x-- kolade sambagroup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kolade@client.txt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-rwxr-x-- kolade sambagroup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kolade@server.txt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1E3A2E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657600"/>
            <a:ext cx="109728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kolade@client.txt, созданный на клиенте, виден в /srv/sambashare на сервере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доступа 700 на ~/common корректно запрещают доступ root на NFS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протокола NFS и Samba работают одновременно на одном сервере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Vagrant для автоматизации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provision/server/smb.sh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33375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840480" cy="311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-y install samba samba-client cifs-utils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/vagrant/provision/server/smb/etc/* /etc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 samba --permanent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--reload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groupadd -g 1010 sambagroup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usermod -aG sambagroup 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/srv/sambashare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chgrp sambagroup /srv/sambashare &amp;&amp; chmod g=rwx /srv/sambashare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semanage fcontext -a -t samba_share_t '/srv/sambashare(/.*)?'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setsebool samba_export_all_rw 1 -P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restorecon -vR /srv/sambashare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enable smb &amp;&amp; systemctl start smb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provision/client/smb.sh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33375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89888"/>
            <a:ext cx="3840480" cy="311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-y install samba-client cifs-utils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/vagrant/provision/client/smb/etc/* /etc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 samba-client --permanent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--reload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groupadd -g 1010 sambagroup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usermod -aG sambagroup 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/mnt/samba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"//server/sambashare /mnt/samba cifs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user,rw,uid=kolade,gid=sambagroup,\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credentials=/etc/samba/smbusers,_netdev 0 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&gt;&gt; /etc/fstab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/mnt/samba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Vagrantfile: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919472"/>
            <a:ext cx="8412480" cy="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5029200"/>
            <a:ext cx="8138160" cy="-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server.vm.provision "SMB server", type:"shell", preserve_order:true, path:"provision/server/smb.sh"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client.vm.provision "SMB client", type:"shell", preserve_order:true, path:"provision/client/smb.sh"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Контрольные вопросы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1280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91440" cy="1280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784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конфигурации общих ресурсов NFS?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3898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/etc/exports — описывает экспортируемые каталоги с правами и опциями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280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91440" cy="1280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9784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Минимальная конфигурация smb.conf для ресурса /data?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13898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[data]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 = /data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browseable = yes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206240" cy="1280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31720"/>
            <a:ext cx="91440" cy="1280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3957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ограничить запись только членам группы?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8072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list = @groupname (остальные имеют доступ только для чтения)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206240" cy="1280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331720"/>
            <a:ext cx="91440" cy="1280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3957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SELinux-переключатель для домашних каталогов через SMB?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8072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setsebool -P samba_enable_home_dirs 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206240" cy="1280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49040"/>
            <a:ext cx="91440" cy="1280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130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скрыть учётные данные в /etc/fstab?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42245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Параметр credentials=/etc/samba/smbusers + chmod 600 на файл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206240" cy="1280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749040"/>
            <a:ext cx="91440" cy="1280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8130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для просмотра ресурсов Samba?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42245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smbclient -L //server  (или  smbclient -L //server -U username)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samba.xml — конфигурация firewalld</a:t>
            </a:r>
            <a:endParaRPr lang="en-US" sz="2200" dirty="0"/>
          </a:p>
        </p:txBody>
      </p:sp>
      <p:pic>
        <p:nvPicPr>
          <p:cNvPr id="5" name="Image 0" descr="/home/claude/Screenshot__190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Сервер: smbclient -L //server, SELinux, firewall-cmd</a:t>
            </a:r>
            <a:endParaRPr lang="en-US" sz="2200" dirty="0"/>
          </a:p>
        </p:txBody>
      </p:sp>
      <p:pic>
        <p:nvPicPr>
          <p:cNvPr id="5" name="Image 0" descr="/home/claude/Screenshot__191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samba-client.xml, firewall-cmd, groupadd</a:t>
            </a:r>
            <a:endParaRPr lang="en-US" sz="2200" dirty="0"/>
          </a:p>
        </p:txBody>
      </p:sp>
      <p:pic>
        <p:nvPicPr>
          <p:cNvPr id="5" name="Image 0" descr="/home/claude/Screenshot__193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smbclient -L //server (анонимно и под kolade)</a:t>
            </a:r>
            <a:endParaRPr lang="en-US" sz="2200" dirty="0"/>
          </a:p>
        </p:txBody>
      </p:sp>
      <p:pic>
        <p:nvPicPr>
          <p:cNvPr id="5" name="Image 0" descr="/home/claude/Screenshot__195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Установлены и настроены пакеты Samba; создан разделяемый ресурс /srv/sambashare с группой sambagroup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Настроены права SELinux (samba_share_t), включён samba_export_all_rw, открыты порты в firewalld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успешно подключён через CIFS (mount + /etc/fstab с credentials-файлом 600)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создаются с обеих сторон и видны на сервере — двусторонний доступ подтверждён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Vagrant smb.sh автоматизируют развёртывание сервера и клиента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№14 — Samba</dc:title>
  <dc:subject>PptxGenJS Presentation</dc:subject>
  <dc:creator>Одеджими Олуваколаде</dc:creator>
  <cp:lastModifiedBy>Одеджими Олуваколаде</cp:lastModifiedBy>
  <cp:revision>1</cp:revision>
  <dcterms:created xsi:type="dcterms:W3CDTF">2026-03-12T14:13:40Z</dcterms:created>
  <dcterms:modified xsi:type="dcterms:W3CDTF">2026-03-12T14:13:40Z</dcterms:modified>
</cp:coreProperties>
</file>