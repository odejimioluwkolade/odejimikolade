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8887968" cy="5486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77777"/>
                </a:solidFill>
              </a:rPr>
              <a:t>РОССИЙСКИЙ УНИВЕРСИТЕТ ДРУЖБЫ НАРОДОВ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Администрирование сетевых подсистем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321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</a:rPr>
              <a:t>Лабораторная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</a:rPr>
              <a:t>работа №5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1480" y="2542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</a:rPr>
              <a:t>Расширенная настройка HTTP-сервера Apache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3182112"/>
            <a:ext cx="4572000" cy="548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36499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Студент: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Одеджими Олуваколаде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71246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Группа: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НПИбд-01-23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059936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Год: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873752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РУДН • Москва, Россия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Цель и задание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№5 • Расширенная настройка Apache (HTTPS + PHP) • РУДН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8595360" cy="100584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Цель работы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Приобретение практических навыков по расширенному конфигурированию HTTP-сервера Apache в части безопасности (HTTPS/SSL) и возможности использования PHP.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0848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Задачи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450592"/>
            <a:ext cx="347472" cy="4754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450592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25420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Сгенерировать SSL-ключ и самоподписанный сертификат (RSA-2048), настроить HTTPS (порт 443) с перенаправлением с HTTP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347472" cy="4754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108960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32004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Установить PHP и проверить его работу через phpinfo() по HTTPS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767328"/>
            <a:ext cx="347472" cy="4754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767328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" y="38587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Обновить скрипт Vagrant http.sh: добавить установку PHP и правила firewall для HTTPS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2.1 Генерация SSL-ключа и сертификата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openssl req -x509 -nodes -newkey rsa:2048 -keyout www.kolade.net.key -out www.kolade.net.crt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№5 • Расширенная настройка Apache (HTTPS + PHP)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1. Генерация SSL-ключа и сертификата — первый сеанс (12:29)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2. Генерация SSL-сертификата для www.kolade.net — второй сеанс (5:14)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4242816"/>
            <a:ext cx="86868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Country=RU · State=Russia · Locality=Moscow · Org=kolade · CN=kolade.net · Email=kolade@kolade.net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2.1 Конфигурация VirtualHost для HTTPS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/etc/httpd/conf.d/www.kolade.net.conf — порт 80 (редирект) + порт 443 (SSL)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№5 • Расширенная настройка Apache (HTTPS + PHP)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326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Ключевые директивы конфигурации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4023360" cy="402336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80160"/>
            <a:ext cx="91440" cy="4023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16736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VirtualHost *:80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481328"/>
            <a:ext cx="3639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Блок HTTP — принимает запросы на порту 80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773936"/>
            <a:ext cx="4023360" cy="402336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773936"/>
            <a:ext cx="91440" cy="4023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810512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RewriteEngine 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1975104"/>
            <a:ext cx="3639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Активирует mod_rewrite для переписывания URL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267712"/>
            <a:ext cx="4023360" cy="402336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67712"/>
            <a:ext cx="91440" cy="4023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304288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RewriteRule → https:// [R=301]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468880"/>
            <a:ext cx="3639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Перенаправляет весь HTTP-трафик на HTTPS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761488"/>
            <a:ext cx="4023360" cy="402336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761488"/>
            <a:ext cx="91440" cy="4023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98064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VirtualHost *:443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962656"/>
            <a:ext cx="3639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Блок HTTPS — принимает зашифрованные запросы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255264"/>
            <a:ext cx="4023360" cy="402336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55264"/>
            <a:ext cx="91440" cy="4023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91840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SSLEngine 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456432"/>
            <a:ext cx="3639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Включает SSL/TLS шифрование для хоста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749040"/>
            <a:ext cx="4023360" cy="402336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49040"/>
            <a:ext cx="91440" cy="4023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85616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SSLCertificateFile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950208"/>
            <a:ext cx="3639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Путь к публичному сертификату (.crt)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242816"/>
            <a:ext cx="4023360" cy="402336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242816"/>
            <a:ext cx="91440" cy="4023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279392"/>
            <a:ext cx="3639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SSLCertificateKeyFile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443984"/>
            <a:ext cx="3639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Путь к закрытому ключу (.key)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80560" y="914400"/>
            <a:ext cx="443484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35424" y="969264"/>
            <a:ext cx="4325112" cy="315468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4553712" y="4151376"/>
            <a:ext cx="4288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3. www.kolade.net.conf с HTTPS-конфигурацией в редакторе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2.1 Firewall HTTPS и проверка в браузере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firewall-cmd --add-service=https  ·  systemctl restart httpd  ·  браузер клиента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№5 • Расширенная настройка Apache (HTTPS + PHP)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4. www.kolade.net открыт по HTTPS — автоматический редирект с HTTP выполнен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5. Просмотр SSL-сертификата: Subject — kolade.net, RU, Moscow, kolade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4242816"/>
            <a:ext cx="425196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" y="426110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Редирект 301: HTTP → HTTPS работает автоматически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4242816"/>
            <a:ext cx="425196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54880" y="426110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Сертификат самоподписанный — добавлен в исключения браузера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2.2 Конфигурирование Apache для работы с PHP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dnf -y install php  ·  index.php с phpinfo()  ·  restorecon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№5 • Расширенная настройка Apache (HTTPS + PHP)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326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Шаги настройки PHP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4023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98448"/>
            <a:ext cx="420624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298448"/>
            <a:ext cx="4206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137160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dnf -y install php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4672" y="159105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Установка интерпретатора PHP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975104"/>
            <a:ext cx="4023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75104"/>
            <a:ext cx="420624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75104"/>
            <a:ext cx="4206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204825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Замена index.html → index.php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" y="226771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Тестовый файл с вызовом phpinfo()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4023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651760"/>
            <a:ext cx="420624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651760"/>
            <a:ext cx="4206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272491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chown -R apache:apache /var/www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" y="29443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Права владельца на веб-контент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328416"/>
            <a:ext cx="4023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28416"/>
            <a:ext cx="420624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328416"/>
            <a:ext cx="4206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4672" y="34015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restorecon -vR /etc /var/www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4672" y="362102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Восстановление меток SELinux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005072"/>
            <a:ext cx="4023360" cy="5669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005072"/>
            <a:ext cx="420624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005072"/>
            <a:ext cx="4206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4672" y="407822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</a:rPr>
              <a:t>systemctl restart httpd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04672" y="429768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Применение изменений конфигурации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80560" y="914400"/>
            <a:ext cx="443484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35424" y="969264"/>
            <a:ext cx="4325112" cy="315468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4553712" y="4151376"/>
            <a:ext cx="4288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6. Файл index.php с phpinfo() в редакторе на сервере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2.2 Результат — страница phpinfo() по HTTPS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https://www.kolade.net → PHP Version 8.3.29 на Rocky Linux 10.1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№5 • Расширенная настройка Apache (HTTPS + PHP)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0" y="914400"/>
            <a:ext cx="6949440" cy="395020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52144" y="969264"/>
            <a:ext cx="6839712" cy="35661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0432" y="4562856"/>
            <a:ext cx="6803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7. phpinfo() — PHP 8.3.29, Apache/2.4, Rocky Linux 10.1 — подтверждение работы PHP через HTTPS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2.3 Обновлённый скрипт Vagrant — http.sh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Добавлены: dnf install php  ·  firewall-cmd --add-service=https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№5 • Расширенная настройка Apache (HTTPS + PHP)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326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Изменения относительно Lab 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4023360" cy="48463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98448"/>
            <a:ext cx="475488" cy="4846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298448"/>
            <a:ext cx="47548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9536" y="1353312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dnf -y install php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" y="1554480"/>
            <a:ext cx="3310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Установка интерпретатора PHP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874520"/>
            <a:ext cx="4023360" cy="48463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874520"/>
            <a:ext cx="475488" cy="4846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74520"/>
            <a:ext cx="47548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9536" y="1929384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cp /etc/pki/tls/private/*.key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9536" y="2130552"/>
            <a:ext cx="3310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Копирование SSL-ключа из provision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450592"/>
            <a:ext cx="4023360" cy="48463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450592"/>
            <a:ext cx="475488" cy="4846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450592"/>
            <a:ext cx="47548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9536" y="2505456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cp /etc/pki/tls/certs/*.crt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2706624"/>
            <a:ext cx="3310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Копирование SSL-сертификата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026664"/>
            <a:ext cx="4023360" cy="48463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026664"/>
            <a:ext cx="475488" cy="4846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026664"/>
            <a:ext cx="47548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9536" y="3081528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firewall-cmd --add-service=https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9536" y="3282696"/>
            <a:ext cx="3310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Открытие порта 443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602736"/>
            <a:ext cx="4023360" cy="48463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02736"/>
            <a:ext cx="475488" cy="4846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602736"/>
            <a:ext cx="47548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9536" y="3657600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firewall-cmd --add-service=https --permanent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9536" y="3858768"/>
            <a:ext cx="3310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Постоянное правило HTTPS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178808"/>
            <a:ext cx="4023360" cy="48463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178808"/>
            <a:ext cx="475488" cy="4846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178808"/>
            <a:ext cx="475488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9536" y="4233672"/>
            <a:ext cx="3310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cp /etc/httpd/conf.d/*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59536" y="4434840"/>
            <a:ext cx="3310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Конфиги с HTTPS VirtualHost включены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480560" y="914400"/>
            <a:ext cx="443484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35424" y="969264"/>
            <a:ext cx="4325112" cy="315468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4553712" y="4151376"/>
            <a:ext cx="4288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8. Итоговый http.sh с поддержкой PHP и HTTPS в Notepad++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Выводы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№5 • Расширенная настройка Apache (HTTPS + PHP) • РУДН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64008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4572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601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" y="1033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SSL-сертификат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24912" y="1033272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Сгенерирован самоподписанный сертификат RSA-2048 и закрытый ключ через openssl req -x509.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51760" y="1097280"/>
            <a:ext cx="0" cy="3657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728216"/>
            <a:ext cx="8595360" cy="64008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728216"/>
            <a:ext cx="4572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728216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" y="18013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HTTPS (порт 443)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24912" y="1801368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VirtualHost *:443 настроен с SSLEngine, сертификатом и ключом; автоматический редирект 301 с HTTP.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51760" y="1865376"/>
            <a:ext cx="0" cy="3657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496312"/>
            <a:ext cx="8595360" cy="64008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496312"/>
            <a:ext cx="4572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49631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9536" y="2569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Проверка HTTPS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24912" y="2569464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Браузер клиента автоматически перенаправляется на HTTPS; сертификат успешно просмотрен в браузере.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651760" y="2633472"/>
            <a:ext cx="0" cy="3657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264408"/>
            <a:ext cx="8595360" cy="64008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64408"/>
            <a:ext cx="4572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26440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9536" y="3337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PHP 8.3.29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24912" y="3337560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PHP установлен и проверен через phpinfo() по адресу https://www.kolade.net — работает корректно.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651760" y="3401568"/>
            <a:ext cx="0" cy="3657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032504"/>
            <a:ext cx="8595360" cy="64008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032504"/>
            <a:ext cx="45720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03250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9536" y="41056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Обновление http.sh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24912" y="4105656"/>
            <a:ext cx="598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Скрипт Vagrant дополнен: установка PHP, копирование SSL-файлов, правила firewall для HTTPS.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651760" y="4169664"/>
            <a:ext cx="0" cy="3657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№5 — Расширенная настройка HTTP-сервера Apache</dc:title>
  <dc:subject>PptxGenJS Presentation</dc:subject>
  <dc:creator>PptxGenJS</dc:creator>
  <cp:lastModifiedBy>PptxGenJS</cp:lastModifiedBy>
  <cp:revision>1</cp:revision>
  <dcterms:created xsi:type="dcterms:W3CDTF">2026-03-13T13:45:09Z</dcterms:created>
  <dcterms:modified xsi:type="dcterms:W3CDTF">2026-03-13T13:45:09Z</dcterms:modified>
</cp:coreProperties>
</file>