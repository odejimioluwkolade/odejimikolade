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8887968" cy="5486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77777"/>
                </a:solidFill>
              </a:rPr>
              <a:t>РОССИЙСКИЙ УНИВЕРСИТЕТ ДРУЖБЫ НАРОДОВ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Администрирование сетевых подсистем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321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</a:rPr>
              <a:t>Лабораторная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</a:rPr>
              <a:t>работа №12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2542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333333"/>
                </a:solidFill>
              </a:rPr>
              <a:t>Синхронизация времени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11480" y="3182112"/>
            <a:ext cx="4572000" cy="5486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36499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</a:rPr>
              <a:t>Студент: 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Одеджими Олуваколаде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71246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</a:rPr>
              <a:t>Группа: 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НПИбд-01-23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4059936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</a:rPr>
              <a:t>Год: 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2026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873752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РУДН • Москва, Россия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Цель и задание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№12 • Синхронизация времени NTP / chrony • РУДН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8595360" cy="914400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97840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</a:rPr>
              <a:t>Цель работы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16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</a:rPr>
              <a:t>Получить навыки настройки синхронизации времени в Linux: изучение команд управления временем и конфигурирование NTP-сервера и клиента на базе chrony.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74320" y="197510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</a:rPr>
              <a:t>Задачи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329184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286000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" y="233172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Команды времени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95728" y="2331720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Изучить timedatectl, date, hwclock, chronyc sources на server и client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798064"/>
            <a:ext cx="329184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798064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" y="284378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NTP-сервер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95728" y="2843784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Настроить chrony для обслуживания сети LAN (allow 192.168.0.0/16)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10128"/>
            <a:ext cx="329184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310128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" y="335584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NTP-клиент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95728" y="335584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Указать server.kolade.net iburst в chrony.conf клиента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822192"/>
            <a:ext cx="329184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822192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" y="386791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Межсетевой экран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395728" y="3867912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Открыть службу NTP командой firewall-cmd на сервере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4334256"/>
            <a:ext cx="329184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334256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3232" y="437997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Скрипты Vagrant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395728" y="4379976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Написать ntp.sh для server (install + config) и client (config only)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3.1 Просмотр параметров времени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timedatectl  ·  date  ·  hwclock  ·  chronyc sources  — на server и client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№12 • Синхронизация времени NTP / chrony •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3464" y="969264"/>
            <a:ext cx="4142232" cy="3154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175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1 — server: timedatectl, date, hwclock, chronyc sources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304" y="969264"/>
            <a:ext cx="4142232" cy="31546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659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2 — client: timedatectl, date, hwclock, chronyc sources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28600" y="4242816"/>
            <a:ext cx="8686800" cy="32918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" y="42611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Обе ВМ синхронизированы (UTC, NTP активен, stratum 2–3)  ·  chrony установлен по умолчанию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3.2 Настройка NTP-сервера: chrony.conf + межсетевой экран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allow 192.168.0.0/16  ·  firewall-cmd --add-service=ntp  ·  systemctl restart chronyd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№12 • Синхронизация времени NTP / chrony •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3464" y="969264"/>
            <a:ext cx="4142232" cy="3154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175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3 — server /etc/chrony.conf: добавлена строка allow 192.168.0.0/16 (строка 26)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663440" y="932688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</a:rPr>
              <a:t>Ключевые настройки сервера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261872"/>
            <a:ext cx="4251960" cy="1371600"/>
          </a:xfrm>
          <a:prstGeom prst="rect">
            <a:avLst/>
          </a:prstGeom>
          <a:solidFill>
            <a:srgbClr val="F0F0F0"/>
          </a:solidFill>
          <a:ln w="9525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09744" y="1353312"/>
            <a:ext cx="398678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/etc/chrony.conf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 192.168.0.0/16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Обслуживать время для LAN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makestep 1.0 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Быстрая корректировка при запуске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663440" y="2761488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</a:rPr>
              <a:t>Настройка межсетевого экрана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3090672"/>
            <a:ext cx="4251960" cy="530352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3090672"/>
            <a:ext cx="420624" cy="5303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63440" y="3090672"/>
            <a:ext cx="4206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193792" y="3154680"/>
            <a:ext cx="3630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firewall-cmd --add-service=ntp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193792" y="3374136"/>
            <a:ext cx="3630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Открыть UDP 123 в текущем сеансе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63440" y="3639312"/>
            <a:ext cx="4251960" cy="530352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63440" y="3639312"/>
            <a:ext cx="420624" cy="5303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63440" y="3639312"/>
            <a:ext cx="4206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193792" y="3703320"/>
            <a:ext cx="3630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--add-service=ntp --permanent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193792" y="3922776"/>
            <a:ext cx="3630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Сохранить правило после перезагрузки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663440" y="4187952"/>
            <a:ext cx="4251960" cy="530352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663440" y="4187952"/>
            <a:ext cx="420624" cy="5303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63440" y="4187952"/>
            <a:ext cx="4206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193792" y="4251960"/>
            <a:ext cx="3630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systemctl restart chronyd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193792" y="4471416"/>
            <a:ext cx="3630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Применить новую конфигурацию chrony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3.2 Настройка NTP-клиента: chrony.conf → server.kolade.net iburst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После перезапуска клиент синхронизируется с локальным сервером (stratum 2)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№12 • Синхронизация времени NTP / chrony •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3464" y="969264"/>
            <a:ext cx="4142232" cy="3154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175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4 — chrony.conf клиента: server server.kolade.net iburst (строка 5)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304" y="969264"/>
            <a:ext cx="4142232" cy="31546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659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5 — клиент: правка chrony.conf, перезапуск chronyd, chronyc sources → mail.kolade.net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28600" y="4242816"/>
            <a:ext cx="8686800" cy="32918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" y="42611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Параметр iburst — быстрая первоначальная синхронизация (отправка 4 пакетов при старте)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3.3 Скрипты Vagrant: ntp.sh для server и client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provision/server/ntp.sh (13 строк)  ·  provision/client/ntp.sh (7 строк)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№12 • Синхронизация времени NTP / chrony •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3464" y="969264"/>
            <a:ext cx="4142232" cy="3154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175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6 — provision/server/ntp.sh (13 строк) в Notepad++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304" y="969264"/>
            <a:ext cx="4142232" cy="31546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659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7 — provision/client/ntp.sh (7 строк) в Notepad++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28600" y="4242816"/>
            <a:ext cx="8686800" cy="32918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" y="42611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server: dnf install chrony + копирование конфига + firewall + restart  ·  client: только конфиг + restart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Выводы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№12 • Синхронизация времени NTP / chrony • РУДН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45720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6012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9536" y="10515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Команды времени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9536" y="1344168"/>
            <a:ext cx="7882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timedatectl, date, hwclock, chronyc sources изучены на обеих ВМ. Обе работают в UTC, NTP активен.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9536" y="1307592"/>
            <a:ext cx="78821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911096"/>
            <a:ext cx="8595360" cy="822960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911096"/>
            <a:ext cx="45720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911096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9536" y="200253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NTP-сервер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9536" y="2295144"/>
            <a:ext cx="7882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allow 192.168.0.0/16 добавлен в chrony.conf; firewall-cmd открыл порт NTP (UDP 123).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9536" y="2258568"/>
            <a:ext cx="78821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862072"/>
            <a:ext cx="8595360" cy="822960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62072"/>
            <a:ext cx="45720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862072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9536" y="29535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NTP-клиент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9536" y="3246120"/>
            <a:ext cx="7882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server server.kolade.net iburst добавлен; после перезапуска chronyd клиент синхронизируется с сервером (stratum 2).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9536" y="3209544"/>
            <a:ext cx="78821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813048"/>
            <a:ext cx="8595360" cy="822960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813048"/>
            <a:ext cx="45720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813048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9536" y="39044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Скрипты Vagrant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9536" y="4197096"/>
            <a:ext cx="7882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server/ntp.sh: устанавливает chrony, копирует конфиг, открывает порт, перезапускает. client/ntp.sh: только конфиг и перезапуск.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59536" y="4160520"/>
            <a:ext cx="78821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2026-03-13T18:32:15Z</dcterms:created>
  <dcterms:modified xsi:type="dcterms:W3CDTF">2026-03-13T18:32:15Z</dcterms:modified>
</cp:coreProperties>
</file>