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 сетевых подсистем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№13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NFS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Одеджими Олуваколаде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310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Группа: НПИ БД 01-23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университет дружбы народов, Москва, Россия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041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марта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Приобретение практических навыков по настройке сервера NFS (Network File System) для удалённого доступа к ресурсам в операционной системе AlmaLinux/RHEL в среде виртуализации Vagrant.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651760" cy="2651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01168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Настроить NFS-сервер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Установить nfs-utils, создать дерево /srv/nfs, настроить SELinux, запустить nfs-server.service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011680"/>
            <a:ext cx="2651760" cy="2651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01168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Подмонтировать на клиенте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283464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Смонтировать /srv/nfs в /mnt/nfs, настроить fstab с опцией _netdev, проверить remote-fs.target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2011680"/>
            <a:ext cx="2651760" cy="2651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2011680"/>
            <a:ext cx="2651760" cy="3200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каталоги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283464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Bind-монтирование /var/www и ~/common к дереву NFS; настроить автомонтирование Vagrant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сервера NFSv4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и конфигурация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2651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nfs-utils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/etc/exports: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/srv/nfs *(ro)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semanage fcontext -a -t nfs_t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"/srv/nfs(/.*)?"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/srv/nfs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start nfs-server.service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enable nfs-server.service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и проверка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26517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--add-service=nfs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Добавление mountd и rpc-bind: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--add-service=mountd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--add-service=rpc-bind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--add-service=mountd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--add-service=rpc-bind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 клиента: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53128"/>
            <a:ext cx="813816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showmount -e server.kolade.net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Export list for server.kolade.net:  /srv/nfs *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 NFS на клиенте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Монтирование и проверка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29260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Установка на клиенте: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nfs-utils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Создание точки монтирования: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/mnt/nfs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server.kolade.net:/srv/nfs /mnt/nfs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Проверка: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| grep 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server.kolade.net:/srv/nfs on /mnt/nfs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nfs4 (rw,relatime,vers=4.2,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rsize=262144,wsize=262144,hard)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Автомонтирование /etc/fstab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29260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2706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Запись в /etc/fstab (строка 17):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server.kolade.net:/srv/nfs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/mnt/nfs nfs _netdev 0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_netdev: ждать инициализации сети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0: отключить dump и fsck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Проверка remote-fs.target: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status remote-fs.target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active (running)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Active since 2026-03-09 13:32:50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E3A2E"/>
          </a:solidFill>
          <a:ln w="12700">
            <a:solidFill>
              <a:srgbClr val="2E6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4343400"/>
            <a:ext cx="109728" cy="5943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3708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/mnt/nfs/  →  каталог www виден сразу после монтирования; после перезапуска клиента ресурс монтируется автоматически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каталогов к дереву NFS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веб-сервера (/var/www)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27432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Bind-монтирование: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/srv/nfs/www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bind /var/www /srv/nfs/www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/etc/exports добавить: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/srv/nfs/www 192.168.0.0/16(rw)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/etc/fstab сервера (строка 17):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/var/www /srv/nfs/www none bind 0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exportfs -r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пользователя kolade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27432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2523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Сервер — создание ~/common: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-m 700 ~/common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kolade@server.txt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/srv/nfs/home/kolade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bind ~/common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/srv/nfs/home/kolade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/etc/exports добавить: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/srv/nfs/home/kolade 192.168.0.0/16(rw)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/etc/fstab (строка 18):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~/common /srv/nfs/home/kolade none bind 0 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/etc/exports на сервере: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416552"/>
            <a:ext cx="8412480" cy="4572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2628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/srv/nfs *(ro)    /srv/nfs/www 192.168.0.0/16(rw)    /srv/nfs/home/kolade 192.168.0.0/16(rw)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прав доступа и работы пользователей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— пользователь kolade: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2423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/mnt/nfs/home/kolade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-rw-r--r-- 1 kolade 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kolade@server.txt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kolade@client.txt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kolade@client.txt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kolade@server.txt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— проверка ~/common: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2423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~/common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kolade@client.txt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-rw-r--r-- kolade@server.txt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на клиенте пытается войти: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/mnt/nfs/home/kolade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-bash: Permission denied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Права 700 корректно работают!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840480"/>
            <a:ext cx="2651760" cy="10515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840480"/>
            <a:ext cx="91440" cy="10515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858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Двусторонний доступ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Файлы, созданные на клиенте, немедленно видны на сервере и наоборот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3840480"/>
            <a:ext cx="2651760" cy="10515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840480"/>
            <a:ext cx="91440" cy="10515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858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SELinux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9272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nfs_t корректно установлен на /srv/nfs через semanage fcontext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3840480"/>
            <a:ext cx="2651760" cy="10515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3840480"/>
            <a:ext cx="91440" cy="10515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38587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squash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53912" y="418795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root не может войти в каталог с правами 700 — безопасность работает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Vagrant для автоматизации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provision/server/nfs.sh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356616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84048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nfs-utils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-R /vagrant/provision/server/nfs/etc/*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--add-service=nfs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--add-service=mountd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--add-service=rpc-bind --permanent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firewall-cmd --reload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semanage fcontext -a -t nfs_t "/srv/nfs(/.*)?"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/srv/nfs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/srv/nfs/www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bind /var/www /srv/nfs/www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"/var/www /srv/nfs/www none bind 0 0" &gt;&gt; /etc/fstab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/srv/nfs/home/kolade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-m 700 /home/kolade/common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kolade:kolade /home/kolade/common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-o bind /home/kolade/common /srv/nfs/home/kolade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systemctl enable nfs-server &amp;&amp; systemctl start nfs-server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provision/client/nfs.sh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182880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84048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-y install nfs-utils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/mnt/nfs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server.kolade.net:/srv/nfs /mnt/nfs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"server.kolade.net:/srv/nfs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/mnt/nfs nfs _netdev 0 0" &gt;&gt; /etc/fstab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restorecon -vR /etc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Vagrantfile: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520440"/>
            <a:ext cx="4114800" cy="1325880"/>
          </a:xfrm>
          <a:prstGeom prst="rect">
            <a:avLst/>
          </a:prstGeom>
          <a:solidFill>
            <a:srgbClr val="2A2A42"/>
          </a:solidFill>
          <a:ln w="12700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630168"/>
            <a:ext cx="384048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server.vm.provision "server nfs",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"shell",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preserve_order: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"provision/server/nfs.sh"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client.vm.provision "client nfs",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"shell",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preserve_order: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"provision/client/nfs.sh"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/etc/exports — начальная конфигурация /srv/nfs *(ro)</a:t>
            </a:r>
            <a:endParaRPr lang="en-US" sz="2200" dirty="0"/>
          </a:p>
        </p:txBody>
      </p:sp>
      <p:pic>
        <p:nvPicPr>
          <p:cNvPr id="5" name="Image 0" descr="/home/claude/Screenshot__169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установка nfs-utils, настройка exports, SELinux, firewall-cmd</a:t>
            </a:r>
            <a:endParaRPr lang="en-US" sz="2200" dirty="0"/>
          </a:p>
        </p:txBody>
      </p:sp>
      <p:pic>
        <p:nvPicPr>
          <p:cNvPr id="5" name="Image 0" descr="/home/claude/Screenshot__170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монтирование NFS, mount | grep nfs (NFSv4)</a:t>
            </a:r>
            <a:endParaRPr lang="en-US" sz="2200" dirty="0"/>
          </a:p>
        </p:txBody>
      </p:sp>
      <p:pic>
        <p:nvPicPr>
          <p:cNvPr id="5" name="Image 0" descr="/home/claude/Screenshot__173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remote-fs.target active, ls /mnt/nfs/ показывает www</a:t>
            </a:r>
            <a:endParaRPr lang="en-US" sz="2200" dirty="0"/>
          </a:p>
        </p:txBody>
      </p:sp>
      <p:pic>
        <p:nvPicPr>
          <p:cNvPr id="5" name="Image 0" descr="/home/claude/Screenshot__175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~/common — файлы от сервера и клиента (двусторонний доступ)</a:t>
            </a:r>
            <a:endParaRPr lang="en-US" sz="2200" dirty="0"/>
          </a:p>
        </p:txBody>
      </p:sp>
      <p:pic>
        <p:nvPicPr>
          <p:cNvPr id="5" name="Image 0" descr="/home/claude/Screenshot__184_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Установлен nfs-utils; создан корень дерева NFS /srv/nfs с SELinux-контекстом nfs_t; запущен nfs-server.service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Межсетевой экран настроен: открыты службы nfs, mountd и rpc-bind — без этого клиент получает ошибку RPC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смонтировал /srv/nfs в /mnt/nfs; опция _netdev в /etc/fstab гарантирует монтирование после загрузки сети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/var/www и домашний ~/common подключены через bind-монтирование — двусторонний обмен файлами подтверждён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700 на ~/common корректно запрещают доступ root на клиенте (root_squash работает по умолчанию)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Скрипты Vagrant nfs.sh для сервера (19 строк) и клиента автоматизируют полное развёртывание NFS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5528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№13 — NFS</dc:title>
  <dc:subject>PptxGenJS Presentation</dc:subject>
  <dc:creator>Одеджими Олуваколаде</dc:creator>
  <cp:lastModifiedBy>Одеджими Олуваколаде</cp:lastModifiedBy>
  <cp:revision>1</cp:revision>
  <dcterms:created xsi:type="dcterms:W3CDTF">2026-03-12T14:19:18Z</dcterms:created>
  <dcterms:modified xsi:type="dcterms:W3CDTF">2026-03-12T14:19:18Z</dcterms:modified>
</cp:coreProperties>
</file>