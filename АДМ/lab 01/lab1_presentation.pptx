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7086"/>
                </a:solidFill>
              </a:rPr>
              <a:t>РОССИЙСКИЙ УНИВЕРСИТЕТ ДРУЖБЫ НАРОДОВ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Лабораторная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работа №1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05A2B"/>
                </a:solidFill>
              </a:rPr>
              <a:t>Подготовка лабораторного стенда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438912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639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867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</a:rPr>
              <a:t>Москва,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РУДН •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работы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181825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005840"/>
            <a:ext cx="78272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6F4"/>
                </a:solidFill>
              </a:rPr>
              <a:t>Приобретение практических навыков установки Rocky Linux на виртуальную машину с помощью инструмента Vagrant, а также настройка пользовательского окружения на виртуальных машинах сервера и клиента.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920240" cy="21031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192024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963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90779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Vagrant Box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Регистрация Rocky Linux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box-файла в VirtualBox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42032" y="2468880"/>
            <a:ext cx="1920240" cy="21031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2468880"/>
            <a:ext cx="192024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24963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90779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Provisioning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Скрипты hostname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и создания пользователя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26864" y="2468880"/>
            <a:ext cx="1920240" cy="21031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2468880"/>
            <a:ext cx="192024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4963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90779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Запуск VM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Сервер и клиент,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проверка работоспособности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11696" y="2468880"/>
            <a:ext cx="1920240" cy="21031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11696" y="2468880"/>
            <a:ext cx="192024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24963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21424" y="290779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SSH доступ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21424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Подключение и проверка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</a:rPr>
              <a:t>kolade@server.kolade.net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Подготовка конфигурационных файлов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206240" cy="37033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20624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326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01-hostname.sh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481328"/>
            <a:ext cx="37490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LOGINNAME=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Odejimi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hostnamectl set-hostname \
</a:t>
            </a:r>
            <a:pPr indent="0" marL="0">
              <a:buNone/>
            </a:pPr>
            <a:r>
              <a:rPr lang="en-US" sz="10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server.${LOGINNAME}.net
</a:t>
            </a:r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"hostname set"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Задаёт имя хоста виртуальной машины на основе логина пользователя. Применяется при provisioning через Vagrant.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70332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45475A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326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01-user.sh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0D0D1A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481328"/>
            <a:ext cx="3657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pPr indent="0" marL="0">
              <a:buNone/>
            </a:pPr>
            <a:r>
              <a:rPr lang="en-US" sz="1050" dirty="0">
                <a:solidFill>
                  <a:srgbClr val="E0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-m -G wheel kolade
</a:t>
            </a:r>
            <a:pPr indent="0" marL="0">
              <a:buNone/>
            </a:pPr>
            <a:r>
              <a:rPr lang="en-US" sz="1050" dirty="0">
                <a:solidFill>
                  <a:srgbClr val="E0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"kolade:password" | \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chpasswd
</a:t>
            </a:r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"user created"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Создаёт пользователя kolade с правами администратора (группа wheel). Запускается автоматически при vagrant up.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Добавление box-файла в Vagrant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15544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320040" cy="1554480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60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8BA8"/>
                </a:solidFill>
              </a:rPr>
              <a:t>Ошибка при первой попытке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258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vagrant box add rockylinux10 vagrant-virtualbox-rockylinux10-x86_64.box
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box 'rockylinux10' already exists. Remove it before re-adding.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8412480" cy="15544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33472"/>
            <a:ext cx="320040" cy="1554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791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E3A1"/>
                </a:solidFill>
              </a:rPr>
              <a:t>Решение: удаление старого box и повторное добавление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44952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vagrant box remove rockylinux10
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vagrant box add rockylinux10 vagrant-virtualbox-rockylinux10-x86_64.box
</a:t>
            </a:r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Successfully added box 'rockylinux10' (v0) for 'virtualbox'!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Запуск виртуальной машины сервера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up server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086"/>
                </a:solidFill>
              </a:rPr>
              <a:t>Этапы запуска: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502920" cy="411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5564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Клонирование ВМ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568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</a:rPr>
              <a:t>Cloning VM из box-образа Rocky Linux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502920" cy="411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134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33172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Настройка сети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5328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</a:rPr>
              <a:t>Adapter 1: NAT · Adapter 2: intnet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502920" cy="411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95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90779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Проброс портов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31089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</a:rPr>
              <a:t>22 (гостевой) → 2222 (хостовой)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65576"/>
            <a:ext cx="502920" cy="411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655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48386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Ожидание SSH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68503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</a:rPr>
              <a:t>Vagrant ждёт успешного подключения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41648"/>
            <a:ext cx="502920" cy="411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41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405993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Выполнение provisioning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26110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</a:rPr>
              <a:t>01-hostname.sh · 01-user.sh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822960"/>
            <a:ext cx="4206240" cy="3840480"/>
          </a:xfrm>
          <a:prstGeom prst="rect">
            <a:avLst/>
          </a:prstGeom>
          <a:solidFill>
            <a:srgbClr val="0D0D1A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932688"/>
            <a:ext cx="393192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Cloning VM...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Booting VM...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Waiting for machine to boot...
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Machine booted and ready!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Configuring and enabling
    network interfaces...
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Running provisioner: shell...
</a:t>
            </a:r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Running: /tmp/vagrant-shell
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01-hostname.sh — OK
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==&gt; server: 01-user.sh — OK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Проверка работоспособности и подключение по SSH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920240" cy="548640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Windows Host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188720"/>
            <a:ext cx="228600" cy="0"/>
          </a:xfrm>
          <a:prstGeom prst="line">
            <a:avLst/>
          </a:prstGeom>
          <a:noFill/>
          <a:ln w="25400">
            <a:solidFill>
              <a:srgbClr val="E05A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914400"/>
            <a:ext cx="1920240" cy="5486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vagrant ssh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188720"/>
            <a:ext cx="228600" cy="0"/>
          </a:xfrm>
          <a:prstGeom prst="line">
            <a:avLst/>
          </a:prstGeom>
          <a:noFill/>
          <a:ln w="25400">
            <a:solidFill>
              <a:srgbClr val="E05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14400"/>
            <a:ext cx="1920240" cy="5486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 kolade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188720"/>
            <a:ext cx="228600" cy="0"/>
          </a:xfrm>
          <a:prstGeom prst="line">
            <a:avLst/>
          </a:prstGeom>
          <a:noFill/>
          <a:ln w="25400">
            <a:solidFill>
              <a:srgbClr val="E05A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914400"/>
            <a:ext cx="1920240" cy="54864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</a:rPr>
              <a:t>kolade@server.kolade.net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8412480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1737360"/>
            <a:ext cx="813816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[kolade@laptop ~]$ 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ssh server
</a:t>
            </a:r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[vagrant@server ~]$ 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kolade
</a:t>
            </a:r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••••••
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[kolade@server.kolade.net ~]$ </a:t>
            </a:r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
</a:t>
            </a:r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server.kolade.net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713232"/>
          </a:xfrm>
          <a:prstGeom prst="rect">
            <a:avLst/>
          </a:prstGeom>
          <a:solidFill>
            <a:srgbClr val="181825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95935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</a:rPr>
              <a:t>✔  Скрипт 01-hostname.sh отработал корректно — строка приглашения показывает kolade@server.kolade.net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Запуск виртуальных машин сервера и клиента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418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СЕРВЕР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up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Пользователи на экране входа:
</a:t>
            </a:r>
            <a:pPr indent="0" marL="0">
              <a:buNone/>
            </a:pPr>
            <a:r>
              <a:rPr lang="en-US" sz="1200" dirty="0">
                <a:solidFill>
                  <a:srgbClr val="F9E2AF"/>
                </a:solidFill>
              </a:rPr>
              <a:t>vagrant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  ←  стандартный
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</a:rPr>
              <a:t>kolade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  ←  создан скриптом
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Provisioning отработал корректно.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Оба пользователя доступны.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45475A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418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КЛИЕНТ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up client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Пользователи на экране входа:
</a:t>
            </a:r>
            <a:pPr indent="0" marL="0">
              <a:buNone/>
            </a:pPr>
            <a:r>
              <a:rPr lang="en-US" sz="1200" dirty="0">
                <a:solidFill>
                  <a:srgbClr val="F9E2AF"/>
                </a:solidFill>
              </a:rPr>
              <a:t>vagrant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  ←  только стандартный
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Скрипт 01-user.sh для клиента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</a:rPr>
              <a:t>ещё не был настроен.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Клиентская машина запущена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</a:rPr>
              <a:t>и готова к работе.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75488" cy="7498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033272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Сформирован и зарегистрирован box-файл Rocky Linux для VirtualBox.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749808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475488" cy="7498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745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" y="1947672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Запущены ВМ сервера и клиента, подтверждена их работоспособность.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8412480" cy="749808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475488" cy="7498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889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2862072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Созданы provisioning-скрипты: 01-hostname.sh и 01-user.sh.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12480" cy="749808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03320"/>
            <a:ext cx="475488" cy="7498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7552" y="3776472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</a:rPr>
              <a:t>Подтверждена корректность: терминал показывает kolade@server.kolade.net.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914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Ответы на контрольные вопросы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</a:rPr>
              <a:t>Лаб. работа №1 • Администрирование сетевых подсистем • РУДН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1170432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2B"/>
                </a:solidFill>
              </a:rPr>
              <a:t>Q: Для чего предназначен Vagrant?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28930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Инструмент для создания и управления ВМ. Автоматизирует установку ОС и настройку ПО через конфигурационные файлы.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8412480" cy="1170432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67128"/>
            <a:ext cx="841248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2B"/>
                </a:solidFill>
              </a:rPr>
              <a:t>Q: Что такое box-файл? Что такое Vagrantfile?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Box — сохранённый образ ВМ с ОС. Vagrantfile — конфиг на Ruby: имя образа, сеть, провайдер, provisioning-скрипты.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8412480" cy="1170432"/>
          </a:xfrm>
          <a:prstGeom prst="rect">
            <a:avLst/>
          </a:prstGeom>
          <a:solidFill>
            <a:srgbClr val="181825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65576"/>
            <a:ext cx="841248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1129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2B"/>
                </a:solidFill>
              </a:rPr>
              <a:t>Q: Основные команды Vagrant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</a:rPr>
              <a:t>vagrant up · halt · ssh · provision · destroy · box add/remove/list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 — Подготовка лабораторного стенда</dc:title>
  <dc:subject>PptxGenJS Presentation</dc:subject>
  <dc:creator>PptxGenJS</dc:creator>
  <cp:lastModifiedBy>PptxGenJS</cp:lastModifiedBy>
  <cp:revision>1</cp:revision>
  <dcterms:created xsi:type="dcterms:W3CDTF">2026-03-13T13:21:02Z</dcterms:created>
  <dcterms:modified xsi:type="dcterms:W3CDTF">2026-03-13T13:21:02Z</dcterms:modified>
</cp:coreProperties>
</file>