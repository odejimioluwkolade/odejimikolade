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УНИВЕРСИТЕТ ДРУЖБЫ НАРОДОВ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технологии  ·  НПИбд-01-23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2011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1887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7955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кодирования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модуляция сигналов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22960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Одеджими Олуваколаде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 и задание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391363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методы кодирования и модуляции сигналов с помощью языка Octave.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спектры сигналов, продемонстрировать принципы амплитудной модуляции и исследовать свойство самосинхронизации кодов.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51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25196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371600"/>
            <a:ext cx="40050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графиков тригонометрических рядов
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Разложение меандра в ряд Фурье
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спектра двух сигналов и их суммы
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амплитудной модуляции (АМ)
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сигнала (6 методов) + самосинхронизация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Цель и задание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графиков в Octave (Задание 1.3.1)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im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914400"/>
            <a:ext cx="425196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6758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Рис. 1 — plot_sin.m: y1 = sin x + ⅓sin 3x + ⅕sin 5x</a:t>
            </a:r>
            <a:endParaRPr lang="en-US" sz="900" dirty="0"/>
          </a:p>
        </p:txBody>
      </p:sp>
      <p:pic>
        <p:nvPicPr>
          <p:cNvPr id="7" name="Image 1" descr="/home/claude/img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914400"/>
            <a:ext cx="425196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6758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Рис. 2 — plot_sin_cos.m: y1 и y2 на одном графике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28600" y="406908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4069080"/>
            <a:ext cx="73152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4069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гармоники хорошо приближают прямоугольный сигнал. Эффект Гиббса проявляется в виде выбросов на фронтах. Экспорт в .eps и .png командами print().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Разложение меандра в ряд Фурье (Задание 1.3.2)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im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914400"/>
            <a:ext cx="425196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6758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Рис. 3 — meandr.m: через косинусные гармоники</a:t>
            </a:r>
            <a:endParaRPr lang="en-US" sz="900" dirty="0"/>
          </a:p>
        </p:txBody>
      </p:sp>
      <p:pic>
        <p:nvPicPr>
          <p:cNvPr id="7" name="Image 1" descr="/home/claude/img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914400"/>
            <a:ext cx="425196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6758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Рис. 4 — meandr2.m: через синусные гармоники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28600" y="406908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4069080"/>
            <a:ext cx="73152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4069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 гармоник. Спектр меандра содержит только нечётные гармоники. Суммирование с накоплением — cumsum(). Subplot(4,2,k) для 8 подграфиков.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спектра сигналов (Задание 1.3.3)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img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96112"/>
            <a:ext cx="42519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5 — Два сигнала: 10 Гц и 40 Гц</a:t>
            </a:r>
            <a:endParaRPr lang="en-US" sz="850" dirty="0"/>
          </a:p>
        </p:txBody>
      </p:sp>
      <p:pic>
        <p:nvPicPr>
          <p:cNvPr id="7" name="Image 1" descr="/home/claude/img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96112"/>
            <a:ext cx="42519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65176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6 — Спектр до нормировки (отриц. частоты)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2944368"/>
            <a:ext cx="8686800" cy="13716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10" name="Image 2" descr="/home/claude/img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" y="2999232"/>
            <a:ext cx="4251960" cy="160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8600" y="461772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7 — Нормированный спектр (пики 10 и 40 Гц)</a:t>
            </a:r>
            <a:endParaRPr lang="en-US" sz="850" dirty="0"/>
          </a:p>
        </p:txBody>
      </p:sp>
      <p:pic>
        <p:nvPicPr>
          <p:cNvPr id="12" name="Image 3" descr="/home/claude/img8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2999232"/>
            <a:ext cx="4251960" cy="1600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3440" y="461772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8 — Спектр суммы двух сигналов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Амплитудная модуляция (Задание 1.3.4)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img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91440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224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Рис. 9 — АМ-сигнал, огибающая и спектр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0" y="914400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914400"/>
            <a:ext cx="73152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650992" y="950976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Несущая частота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50992" y="126187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f₂ = 50 Гц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1810512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0" y="1810512"/>
            <a:ext cx="73152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5650992" y="1847088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Модулирующий сигнал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215798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 = 5 Гц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2706624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0" y="2706624"/>
            <a:ext cx="73152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650992" y="274320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сигнала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50992" y="3054096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sin(2πf₁t) · sin(2πf₂t)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0" y="3602736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0" y="3602736"/>
            <a:ext cx="73152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5650992" y="3639312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АМ-сигнала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50992" y="3950208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Боковые полосы: 45 и 55 Гц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сигнала — Подготовка (Задание 1.3.5)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img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91440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10 — pkg list: пакет signal 1.4.6 установлен; файловая структура каталога coding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0" y="914400"/>
            <a:ext cx="34290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914400"/>
            <a:ext cx="34290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914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ФАЙЛОВАЯ СТРУКТУРА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23560" y="1371600"/>
            <a:ext cx="3182112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maptowave.m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unipolar.m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bipolarnrz.m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bipolarrz.m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manchester.m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diffmanc.m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calcspectre.m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сигнала — Методы и самосинхронизация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1554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914400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Метод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914400"/>
            <a:ext cx="356616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37944" y="914400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Описание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914400"/>
            <a:ext cx="137160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04104" y="91440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Самосинхр.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26187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126187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Unipolar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83080" y="1261872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37944" y="1261872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0→0В, 1→+5В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1261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4104" y="12618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1737360"/>
            <a:ext cx="155448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73736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83080" y="1737360"/>
            <a:ext cx="35661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37944" y="17373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0→0В, 1→±U (чередование)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1737360"/>
            <a:ext cx="13716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7373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Частичная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21284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221284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83080" y="2212848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37944" y="2212848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0→−U, 1→+U (без возврата к нулю)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21284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221284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688336"/>
            <a:ext cx="155448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268833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83080" y="2688336"/>
            <a:ext cx="35661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37944" y="268833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0 в центре каждого бита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2688336"/>
            <a:ext cx="13716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04104" y="26883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" y="3163824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3163824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783080" y="3163824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37944" y="316382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центре каждого бита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31638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04104" y="3163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3639312"/>
            <a:ext cx="155448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" y="363931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Diff. Manchester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83080" y="3639312"/>
            <a:ext cx="35661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37944" y="3639312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начале = '0', отсутствие = '1'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49240" y="3639312"/>
            <a:ext cx="13716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04104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050" dirty="0"/>
          </a:p>
        </p:txBody>
      </p:sp>
      <p:pic>
        <p:nvPicPr>
          <p:cNvPr id="47" name="Image 0" descr="/home/claude/img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914400"/>
            <a:ext cx="2011680" cy="356616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949440" y="44988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Рис. 11 — Спектр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Diff. Manchester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1.3.5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875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987552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987552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функций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Построены ряды y1 (sin) и y2 (cos). Подтверждён эффект Гиббса на фронтах при малом числе гармоник.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792224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7922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" y="1792224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92224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Фурье меандра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содержит только нечётные гармоники. При N=8 форма меандра хорошо приближена через cos и sin.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59689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" y="2596896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596896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FFT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линейность преобразования Фурье: спектр суммы = сумма спектров. Нормировка и отброс дублей.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" y="3401568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401568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Амплитудная модуляция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АМ-сигнала — свёртка спектров. Появились боковые полосы на 45 и 55 Гц вместо 5 и 50 Гц.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42062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" y="4206240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206240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Самосинхронизация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и Diff. Manchester обладают полной самосинхронизацией. Unipolar и NRZ ею не обладают.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Лабораторная работа №1 — Выводы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 — Методы кодирования и модуляция сигналов</dc:title>
  <dc:subject>PptxGenJS Presentation</dc:subject>
  <dc:creator>PptxGenJS</dc:creator>
  <cp:lastModifiedBy>PptxGenJS</cp:lastModifiedBy>
  <cp:revision>1</cp:revision>
  <dcterms:created xsi:type="dcterms:W3CDTF">2026-03-14T06:09:19Z</dcterms:created>
  <dcterms:modified xsi:type="dcterms:W3CDTF">2026-03-14T06:09:19Z</dcterms:modified>
</cp:coreProperties>
</file>